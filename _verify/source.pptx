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第一页标题Alpha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副标题Beta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第二页标题中文测试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要点一 One</a:t>
            </a:r>
          </a:p>
          <a:p>
            <a:r>
              <a:t>要点二 中文Two</a:t>
            </a:r>
          </a:p>
          <a:p>
            <a:r>
              <a:t>要点三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Wang五与混合ABC测试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Hello世界 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